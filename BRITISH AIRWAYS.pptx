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309" r:id="rId6"/>
    <p:sldId id="318" r:id="rId7"/>
    <p:sldId id="319" r:id="rId8"/>
    <p:sldId id="320" r:id="rId9"/>
    <p:sldId id="321" r:id="rId10"/>
    <p:sldId id="322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405" autoAdjust="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A027-37BF-393C-6300-56BCEDB4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0771B-339E-8EA7-1DA2-B61D2D6E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F9C40-089B-888C-EF76-B196B57C4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563EA-2E53-F59B-650F-208FC1566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938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E9EC-8935-CB6C-E326-A5DA7515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3F823-6F53-29C9-46AD-B658BD327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46E6C-5E36-A685-B194-4F508E2EC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6E422-F6CD-EADC-C362-80C2CF49E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5986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4783-32C6-9DE1-9A62-36D18618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0DA10-C6DF-CF50-699A-E168B03DD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9C01A-A859-6F9C-8EAB-6CB2D33EA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53089-4368-B1C6-BE78-E9D3EAADD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9908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79D2-9F70-D8BF-816B-3034B449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17F17-38E0-84DB-2EEE-3C60548AD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DDB9C-4939-8678-30A4-D377AA51D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B6CAE-09E0-D318-5B1B-42EE61B86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7678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6511-085B-9558-1412-3FE57A6F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7A642-F11F-E2FA-7CA0-EC8AE2771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6BA2C-30ED-DD89-828E-0E8FD7125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6F0DE-74F6-DD60-0BE0-0005B6202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334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BRITISH AIRWAYS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customers booking analysis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Emmanuel .J. Lelo</a:t>
            </a:r>
            <a:br>
              <a:rPr lang="en-US" dirty="0"/>
            </a:br>
            <a:r>
              <a:rPr lang="en-US" dirty="0"/>
              <a:t>Date: 5/2/2026</a:t>
            </a:r>
            <a:br>
              <a:rPr lang="en-US" dirty="0"/>
            </a:br>
            <a:r>
              <a:rPr lang="en-US" dirty="0"/>
              <a:t>email:leloemmanuel540@gmail.com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dataset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was 50,000  booking and target(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booking_complete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15%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predict who will  complete the booking from flights  / booking data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F5D9-62B9-1DFB-96DB-D13C1B08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1F8F8BF-2299-2F80-1885-94E53C5A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findings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2FE2AC-1AD6-A701-39E8-9024624A6A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origin is the strongest predictor (34%)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trip durations shows commitment level.(20%)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duration/distance matters .(17%)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A29A75-C43B-094C-A779-AF6CEFC76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17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2671-2E8C-FC47-BDEF-54BB348B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39F5FFE-3018-9734-9EA3-74B33E10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EC5294-43AD-21AE-A1EE-5EF81B951E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Random Forest Classifier.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F1_scores: 0.41 (which is good for imbalanced data)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Recall: 0.62( which is 62% of actual bookings 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Precisions: 0.31( some false positive s acceptable 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A92F-707A-C107-BED3-AC7448737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51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8E67-AF43-9574-0A81-5B7D9609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6079DFB-F2C1-4082-02D5-47D2E162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use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AEF792-683A-EEA5-A208-BE9E3BE762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Segment customers by booking probability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Send targeted offers to high-intent bookers (&gt;60%)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Expected impact: 5-10% conversion lift, 15-20% cost reduction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E94619-EF4B-67FD-A930-B562F7918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8BE1-5CB9-6B4B-7491-63EB638F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D3DFBB6-7863-399E-3901-498E1C46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9DC340-2EB6-FF73-F046-AB73E01471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Model uses flight data only. Adding: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Loyalty program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Previous booking history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Website behavior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Would improve F1 from 0.41 → 0.55+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2F0CC-602F-8AA3-7F4A-61C90F50D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9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A7EC-8451-C8BD-A6D6-02360764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E15B6E4-0F57-9CCA-B7CA-5D4EF6C5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8968"/>
            <a:ext cx="7534656" cy="1670144"/>
          </a:xfrm>
        </p:spPr>
        <p:txBody>
          <a:bodyPr/>
          <a:lstStyle/>
          <a:p>
            <a:r>
              <a:rPr lang="en-US" dirty="0"/>
              <a:t>RECOMMENDATION: DEPLOY with quarterly retraining</a:t>
            </a: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2666E2-0524-8F36-7CF9-4877DE0AAD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17789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CD02E-DD77-61B2-CC7B-27AB2E760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5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Emmanuel.j.lel0</a:t>
            </a:r>
          </a:p>
          <a:p>
            <a:r>
              <a:rPr lang="en-US" dirty="0"/>
              <a:t>Tanzanian student</a:t>
            </a:r>
          </a:p>
          <a:p>
            <a:r>
              <a:rPr lang="en-US" dirty="0"/>
              <a:t>Willingly to work remotely at </a:t>
            </a:r>
            <a:r>
              <a:rPr lang="en-US" dirty="0" err="1"/>
              <a:t>british</a:t>
            </a:r>
            <a:r>
              <a:rPr lang="en-US" dirty="0"/>
              <a:t> airport as a </a:t>
            </a:r>
            <a:r>
              <a:rPr lang="en-US" dirty="0" err="1"/>
              <a:t>datascientist</a:t>
            </a:r>
            <a:endParaRPr lang="en-US" dirty="0"/>
          </a:p>
          <a:p>
            <a:r>
              <a:rPr lang="en-US" dirty="0" err="1"/>
              <a:t>Phone_number</a:t>
            </a:r>
            <a:r>
              <a:rPr lang="en-US" dirty="0"/>
              <a:t>: 0696393526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{B92CACB3-14DC-41A8-8D61-88D77F7C6DA5}TF1ed9553b-00c4-4092-846a-c8f7f2908f3beecd942f_win32-8e33096c3cfc</Template>
  <TotalTime>48</TotalTime>
  <Words>237</Words>
  <Application>Microsoft Office PowerPoint</Application>
  <PresentationFormat>Widescreen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Sagona Book</vt:lpstr>
      <vt:lpstr>Times New Roman</vt:lpstr>
      <vt:lpstr>Wingdings</vt:lpstr>
      <vt:lpstr>Custom</vt:lpstr>
      <vt:lpstr>BRITISH AIRWAYS  customers booking analysis  Emmanuel .J. Lelo Date: 5/2/2026 email:leloemmanuel540@gmail.com </vt:lpstr>
      <vt:lpstr>Overview of the dataset</vt:lpstr>
      <vt:lpstr>Top findings</vt:lpstr>
      <vt:lpstr>Model results </vt:lpstr>
      <vt:lpstr>Business use  </vt:lpstr>
      <vt:lpstr>limitations  </vt:lpstr>
      <vt:lpstr>RECOMMENDATION: DEPLOY with quarterly retraining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EMMA</cp:lastModifiedBy>
  <cp:revision>1</cp:revision>
  <dcterms:created xsi:type="dcterms:W3CDTF">2026-05-02T17:25:51Z</dcterms:created>
  <dcterms:modified xsi:type="dcterms:W3CDTF">2026-05-02T18:14:06Z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